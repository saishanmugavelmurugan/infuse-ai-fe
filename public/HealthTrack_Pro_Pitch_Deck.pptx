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320040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HealthTrack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DA7B"/>
                </a:solidFill>
              </a:defRPr>
            </a:pPr>
            <a:r>
              <a:t>AI-Powered Lab Analysis | Wearable Integration | Ayurvedic Lifestyle Wellness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0972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DA7B"/>
                </a:solidFill>
              </a:defRPr>
            </a:pPr>
            <a:r>
              <a:t>OUR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72591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To revolutionize personal wellness by intelligently analyzing lab reports and wearable health data, providing AI-powered insights combined with personalized Ayurvedic lifestyle recommendations - taking India's 5000-year-old wellness wisdom to the entire world.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3474720" cy="1097280"/>
          </a:xfrm>
          <a:prstGeom prst="roundRect">
            <a:avLst/>
          </a:prstGeom>
          <a:solidFill>
            <a:srgbClr val="2D333F"/>
          </a:solidFill>
          <a:ln>
            <a:solidFill>
              <a:srgbClr val="FF9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9A3B"/>
                </a:solidFill>
              </a:defRPr>
            </a:pPr>
            <a:r>
              <a:t>Lab Report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Pull &amp; analyze reports from any lab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931920"/>
            <a:ext cx="3474720" cy="1097280"/>
          </a:xfrm>
          <a:prstGeom prst="roundRect">
            <a:avLst/>
          </a:prstGeom>
          <a:solidFill>
            <a:srgbClr val="2D333F"/>
          </a:solidFill>
          <a:ln>
            <a:solidFill>
              <a:srgbClr val="FF9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9A3B"/>
                </a:solidFill>
              </a:defRPr>
            </a:pPr>
            <a:r>
              <a:t>Wearable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480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Apple Health, Samsung Health &amp; more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931920"/>
            <a:ext cx="3474720" cy="1097280"/>
          </a:xfrm>
          <a:prstGeom prst="roundRect">
            <a:avLst/>
          </a:prstGeom>
          <a:solidFill>
            <a:srgbClr val="2D333F"/>
          </a:solidFill>
          <a:ln>
            <a:solidFill>
              <a:srgbClr val="FF9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40233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9A3B"/>
                </a:solidFill>
              </a:defRPr>
            </a:pPr>
            <a:r>
              <a:t>Ayurvedic Lifestyle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48056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Yoga, Diet, Daily Routine suggestions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FFDA7B"/>
                </a:solidFill>
              </a:defRPr>
            </a:pPr>
            <a:r>
              <a:t>"Taking Ayurveda to the World - Wellness, Not Just Healthcare"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DA7B"/>
                </a:solidFill>
              </a:defRPr>
            </a:pPr>
            <a:r>
              <a:t>WHAT WE DO - NOT TEST BOOKING, BUT INTELLIGENT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155448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A3B"/>
                </a:solidFill>
              </a:defRPr>
            </a:pPr>
            <a:r>
              <a:t>Pull Lab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We pull your lab reports directly from diagnostic labs - no manual uploads needed. Our AI extracts every parameter automatically.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097280"/>
            <a:ext cx="5486400" cy="155448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A3B"/>
                </a:solidFill>
              </a:defRPr>
            </a:pPr>
            <a:r>
              <a:t>Wearable Data Sync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Connect Apple Health, Samsung Health, Google Fit - we analyze sleep, heart rate, HRV, SpO2, steps, stress levels &amp; more.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26080"/>
            <a:ext cx="5486400" cy="155448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063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A3B"/>
                </a:solidFill>
              </a:defRPr>
            </a:pPr>
            <a:r>
              <a:t>AI-Powered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290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Our AI correlates lab parameters with wearable data to generate comprehensive health insights and trends.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2926080"/>
            <a:ext cx="5486400" cy="155448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0632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A3B"/>
                </a:solidFill>
              </a:defRPr>
            </a:pPr>
            <a:r>
              <a:t>Ayurvedic Lifestyle Advice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4290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Based on your data, we suggest personalized Yoga asanas, Ayurvedic diet plans, and daily routines (Dinacharya).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5486400" cy="155448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A3B"/>
                </a:solidFill>
              </a:defRPr>
            </a:pPr>
            <a:r>
              <a:t>Clear Disclaimer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2578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All suggestions are lifestyle recommendations, NOT medical advice. We always recommend consulting qualified doctors.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754880"/>
            <a:ext cx="5486400" cy="155448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89204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9A3B"/>
                </a:solidFill>
              </a:defRPr>
            </a:pPr>
            <a:r>
              <a:t>Doctor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257800"/>
            <a:ext cx="5120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Verified Ayurvedic doctors (BAMS/MD) on platform for personalized consultations - taking Ayurveda global!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Strategic Objectives 2025-2027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MARKET PENETRATION: Onboard 10,000+ healthcare providers across Tier 2/3 cities in Year 1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PATIENT REACH: Enable healthcare access for 10 million patients by end of Year 2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AI ACCURACY: Achieve 95%+ accuracy in AI-assisted diagnosis across 50+ common conditions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LANGUAGE COVERAGE: Support all 22 scheduled Indian languages by Year 3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GOVERNMENT PARTNERSHIPS: Integrate with 5+ state health programs for public healthcare delivery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INTERNATIONAL EXPANSION: Launch in 3 Southeast Asian markets (Philippines, Indonesia, Vietnam) by Year 3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REVENUE TARGET: Achieve ₹100 Cr ARR by Year 3 with 40% gross margins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COMPLIANCE: Maintain 100% ABDM compliance and achieve ISO 27001 + SOC 2 certifications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Why We Are Entering the Market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DIGITAL INDIA MOMENTUM: 800M+ Indians now have smartphones; digital health adoption at all-time high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ABDM ECOSYSTEM: Government's Ayushman Bharat Digital Mission creating unified health infrastructure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POST-COVID AWARENESS: Pandemic accelerated telemedicine acceptance across all demographics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RURAL CONNECTIVITY: 4G coverage now reaches 95%+ of India; 5G rolling out in urban areas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HEALTHCARE CRISIS: India has only 1 doctor per 1,445 people (WHO recommends 1:1000) - technology must bridge this gap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COMPETITOR GAP: Existing players (Practo, 1mg, Apollo) focus on urban metros; rural market underserved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AI MATURITY: Large Language Models now accurate enough for reliable medical assistance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FUNDING ENVIRONMENT: Digital health is top investment priority for VCs in India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WEARABLES BOOM: Smartwatch penetration growing 50% YoY; enabling continuous health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HealthTrack Pro vs Competition - Feature Comparison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91440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24000"/>
                <a:gridCol w="1524000"/>
                <a:gridCol w="1524000"/>
                <a:gridCol w="1524000"/>
                <a:gridCol w="1524000"/>
                <a:gridCol w="15240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HealthTrack Pro</a:t>
                      </a:r>
                    </a:p>
                  </a:txBody>
                  <a:tcPr>
                    <a:solidFill>
                      <a:srgbClr val="FF9A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Practo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1mg/Tata Health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Apollo 24/7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mFine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Lybrate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AI Lab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Advanced ML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Lab Report Pull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Auto-Pull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Manual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Ayurvedic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Core Feature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Wearable Sync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All Platforms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Health 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Lab+Wearable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Lifestyle 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Yoga+Diet+Routine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8+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Ayurvedic Doctors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Verified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Global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Multi-currency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India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India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India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India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India Only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Offline 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Full Support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F2937"/>
                </a:solidFill>
              </a:defRPr>
            </a:pPr>
            <a:r>
              <a:t>HealthTrack Pro vs Competition - Business &amp; Technical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048" y="914400"/>
          <a:ext cx="11430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HealthTrack Pro</a:t>
                      </a:r>
                    </a:p>
                  </a:txBody>
                  <a:tcPr>
                    <a:solidFill>
                      <a:srgbClr val="FF9A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Practo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1mg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Apollo 24/7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mFine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Target 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Pan-India + Rural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Urban Metros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Urban + Semi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Apollo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Metro Cities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Pricing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Freemium + B2B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Premium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Cost to Provider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90% Lower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Tied to Apollo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Data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Provider Owns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Platform Owns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Platform Owns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Apollo Owns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Platform Owns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API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Full APIs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None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Custom Branding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White-Label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Govt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✓ Ready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✗ No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Patient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Unified View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Fragmented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Fragmented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Apollo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Fragmented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Cloud/On-Prem</a:t>
                      </a:r>
                    </a:p>
                  </a:txBody>
                  <a:tcPr>
                    <a:solidFill>
                      <a:srgbClr val="FFDA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Cloud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Cloud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Cloud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F2937"/>
                          </a:solidFill>
                        </a:defRPr>
                      </a:pPr>
                      <a:r>
                        <a:t>Cloud 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F2937"/>
                </a:solidFill>
              </a:defRPr>
            </a:pPr>
            <a:r>
              <a:t>How We Create Lasting Differentiation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914400"/>
            <a:ext cx="5669280" cy="36576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9601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OFFLINE-FIRST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7160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Built from ground up for low/no connectivity. Full functionality without internet. Auto-sync when connection restored.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914400"/>
            <a:ext cx="5669280" cy="36576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9601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THAT LEARNS LOCALLY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Our ML models trained on Indian health data patterns, understanding regional disease prevalence and symptoms.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743200"/>
            <a:ext cx="5669280" cy="365760"/>
          </a:xfrm>
          <a:prstGeom prst="roundRect">
            <a:avLst/>
          </a:prstGeom>
          <a:solidFill>
            <a:srgbClr val="C64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788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LANGUAGE-NATIVE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Not just translation - culturally adapted interfaces for each language with local health terminology.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5669280" cy="36576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7889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PROVIDER ECONOMICS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90% lower cost + revenue share model. Providers earn from the platform, not just pay for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572000"/>
            <a:ext cx="5669280" cy="36576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6177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SOVEREIGNTY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02920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Patient data stays with providers. No platform lock-in. Full portability guaranteed.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572000"/>
            <a:ext cx="5669280" cy="365760"/>
          </a:xfrm>
          <a:prstGeom prst="roundRect">
            <a:avLst/>
          </a:prstGeom>
          <a:solidFill>
            <a:srgbClr val="C64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61772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ECOSYSTEM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502920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Only platform with full ABDM + state health program + insurance + pharmacy network integration.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Feature: Patient Registration &amp; ABHA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5486400" cy="32004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1. User opens HealthTrack Pro app/web portal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2. Clicks 'Register New Patient' button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3. Enters patient demographics (name, DOB, gender, contact)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4. System validates mobile number via OTP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5. Option to link existing ABHA ID or create new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6. If new ABHA: Aadhaar-based verification flow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7. System creates patient profile with unique ID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8. Health history form (optional) appears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9. Patient receives confirmation SMS/WhatsApp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10. Profile synced to ABDM health locker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822960"/>
            <a:ext cx="5486400" cy="32004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TC1: Verify OTP delivery within 30 seconds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TC2: Test invalid mobile number handling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TC3: Verify ABHA ID validation against ABDM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TC4: Test duplicate patient detection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TC5: Verify offline registration queuing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TC6: Test multi-language form rendering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TC7: Verify data encryption at rest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TC8: Test session timeout handling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TC9: Verify consent capture compliance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TC10: Test accessibility (screen reader)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Feature: Telemedicine Video Consultation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5486400" cy="32004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1. Patient logs in and selects 'Book Consultation'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2. Chooses specialty and views available doctors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3. Selects preferred doctor and time slot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4. Pays consultation fee (UPI/Card/Wallet)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5. Receives booking confirmation with meeting link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6. At appointment time, joins video call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7. Doctor reviews patient history in split-screen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8. AI assistant suggests relevant questions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9. Doctor examines patient via video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10. E-prescription generated and sent to patient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11. Follow-up reminder scheduled automatically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822960"/>
            <a:ext cx="5486400" cy="32004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TC1: Test video quality in low bandwidth (2G/3G)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TC2: Verify doctor-patient audio sync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TC3: Test screen sharing functionality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TC4: Verify payment gateway integration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TC5: Test refund flow for cancelled appointments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TC6: Verify prescription PDF generation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TC7: Test multi-participant call (family member)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TC8: Verify recording consent capture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TC9: Test call reconnection after drop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TC10: Verify AI suggestion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Feature: AI-Powered Diagnosis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5486400" cy="32004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1. Doctor opens patient consultation screen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2. Clicks 'AI Assistant' button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3. Enters/speaks patient symptoms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4. AI analyzes symptoms against disease database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5. Displays probable conditions with confidence scores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6. Shows recommended tests for each condition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7. Doctor can ask follow-up questions to AI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8. AI provides differential diagnosis matrix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9. Doctor selects/modifies final diagnosis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10. AI suggestions logged for audit trail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822960"/>
            <a:ext cx="5486400" cy="32004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TC1: Test symptom recognition accuracy (50+ conditions)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TC2: Verify confidence score calculation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TC3: Test voice input in multiple languages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TC4: Verify AI response time (&lt;3 seconds)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TC5: Test offline AI inference capability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TC6: Verify medical terminology accuracy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TC7: Test edge cases (rare diseases)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TC8: Verify audit log completeness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TC9: Test AI disclaimer display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TC10: Verify doctor override logging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Feature: Real-time Vitals Monitoring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5486400" cy="32004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1. Patient pairs wearable device via Bluetooth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2. System detects device type (smartwatch, BP monitor, etc.)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3. Initial sync downloads historical data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4. Real-time vitals display on dashboard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5. Alert thresholds configured per patient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6. Abnormal reading triggers notification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7. Doctor receives alert with patient context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8. Historical trends displayed in graphs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9. Export option for vitals report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10. Integration with consultation notes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822960"/>
            <a:ext cx="5486400" cy="32004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TC1: Test Bluetooth pairing with 10+ device brands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TC2: Verify data sync accuracy (±1% variance)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TC3: Test alert trigger timing (&lt;30 seconds)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TC4: Verify offline data buffering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TC5: Test battery optimization impact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TC6: Verify graph rendering performance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TC7: Test concurrent device connections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TC8: Verify data privacy (encrypted transmission)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TC9: Test alert escalation workflow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TC10: Verify export format compliance (FHIR)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Feature: Digital Prescription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5486400" cy="32004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1. Doctor completes consultation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2. Opens prescription module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3. Searches medicine database (generic + brand)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4. Selects medicines with dosage instructions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5. System checks drug interactions automatically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6. Adds special instructions if needed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7. Digital signature applied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8. Prescription saved to patient record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9. PDF/image sent to patient via SMS/WhatsApp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10. Pharmacy notification for medicine availability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822960"/>
            <a:ext cx="5486400" cy="32004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TC1: Test medicine search (1L+ database)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TC2: Verify drug interaction alerts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TC3: Test dosage calculation accuracy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TC4: Verify digital signature validity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TC5: Test PDF generation quality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TC6: Verify pharmacy API integration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TC7: Test prescription edit/cancel flow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TC8: Verify refill reminder scheduling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TC9: Test insurance pre-authorization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TC10: Verify prescription expiry handling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Feature: Lab Report Pull &amp; AI Analysis (Core Feature)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5486400" cy="32004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1. User connects to lab network OR uploads existing report (PDF/image)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2. System PULLS reports directly from partner diagnostic labs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3. AI extracts ALL parameters using OCR + NLP (100+ parameters)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4. Normalizes values across different lab formats &amp; reference ranges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5. AI analyzes results against healthy ranges for age/gender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6. Correlates with wearable data (sleep, HRV, activity patterns)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7. Generates comprehensive health score with trend analysis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8. Identifies parameters needing attention (high/low flags)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9. Creates personalized lifestyle recommendations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10. Tracks ALL parameters over time with visual graphs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11. Option to share detailed report with consulting doctor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822960"/>
            <a:ext cx="5486400" cy="32004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TC1: Test lab network API integration (10+ lab partners)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TC2: Test OCR accuracy on 30+ lab report formats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TC3: Verify parameter extraction (100+ parameters)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TC4: Test value normalization across lab standards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TC5: Verify AI analysis accuracy vs medical benchmarks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TC6: Test wearable data correlation logic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TC7: Verify health score calculation algorithm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TC8: Test trend detection over 6+ months of data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TC9: Verify recommendation relevance to parameters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TC10: Test PDF export of comprehensive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Feature: Complete Wearable &amp; Health App Integration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5486400" cy="32004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1. Connect Apple Health / Samsung Health / Google Fit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2. SLEEP DATA: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3.   - Total sleep duration, time in bed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4.   - Sleep stages: REM, Deep Sleep, Light Sleep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5.   - Sleep quality score, interruptions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6. HEART DATA: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7.   - Resting heart rate, active heart rate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8.   - Heart Rate Variability (HRV) - stress indicator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9.   - Blood oxygen (SpO2), respiratory rate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10. ACTIVITY DATA: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11.   - Steps, distance, floors climbed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12.   - Active calories, total calories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13.   - Exercise minutes, workout types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14. ADDITIONAL: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15.   - Stress levels, mindfulness minutes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16.   - Menstrual cycle tracking (if applicable)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17.   - Blood pressure, glucose (connected devices)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822960"/>
            <a:ext cx="5486400" cy="32004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TC1: Test Apple HealthKit full API integration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TC2: Test Samsung Health SDK all data types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TC3: Test Google Fit API comprehensive sync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TC4: Verify sleep stage accuracy vs device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TC5: Test HRV calculation and trending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TC6: Verify SpO2 continuous monitoring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TC7: Test historical import (90+ days)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TC8: Verify real-time sync (every 15 min)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TC9: Test data encryption and privacy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TC10: Verify benchmark comparisons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Feature: Ayurvedic Lifestyle Suggestions (NOT Medical Advice)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5486400" cy="32004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1. IMPORTANT: All below are LIFESTYLE SUGGESTIONS, not medical recommendations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2. 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3. AI determines user's Prakriti (Vata/Pitta/Kapha constitution)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4. Analyzes lab reports + wearable data holistically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5. 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6. YOGA SUGGESTIONS: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7.   - Specific asanas based on health parameters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8.   - Morning/evening routines, duration guidance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9. 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10. DIET PLAN (Ahara):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11.   - Personalized Ayurvedic diet (Sattvic/Rajasic/Tamasic)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12.   - Foods to favor/avoid based on constitution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13.   - Meal timing aligned with Ayurvedic principles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14. 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15. DAILY ROUTINE (Dinacharya):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16.   - Optimal wake/sleep times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17.   - Meal schedules, exercise windows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18.   - Self-care practices (Abhyanga, etc.)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19. 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20. HERBAL SUGGESTIONS: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21.   - Traditional Ayurvedic herbs and formulations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22.   - Seasonal guidance (Ritucharya)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822960"/>
            <a:ext cx="5486400" cy="32004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TC1: Test Prakriti assessment accuracy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TC2: Verify yoga recommendation logic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TC3: Test diet plan personalization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TC4: Verify Dinacharya scheduling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TC5: Test herbal suggestion database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TC6: Verify seasonal adjustments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TC7: TEST DISCLAIMER VISIBILITY ON ALL SCREENS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TC8: Verify 'Consult Doctor' CTA prominent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TC9: Test multilingual recommendations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TC10: Verify PDF export with disclaimer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Feature: Ayurvedic Doctor Platform - Taking Ayurveda Global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5486400" cy="32004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1. VERIFIED PRACTITIONERS: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2.   - BAMS/MD Ayurveda verified credentials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3.   - Specialization-wise listing (Panchakarma, Rasayana, etc.)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4. 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5. USER EXPERIENCE: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6.   - Browse doctors by specialty/language/rating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7.   - Book video/audio consultation with Vaidya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8.   - Doctor reviews lab + wearable + AI insights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9. 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10. TREATMENT PLANS: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11.   - Personalized Ayurvedic treatment protocols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12.   - Authentic Ayurvedic medicine prescriptions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13.   - Integrated Ayurvedic pharmacy network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14. 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15. GLOBAL VISION: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16.   - Multi-language support for international users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17.   - Multi-currency payments (USD, EUR, GBP, etc.)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18.   - Timezone-aware scheduling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19.   - Making authentic Ayurveda accessible worldwide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20. 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21. FOLLOW-UP: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22.   - Progress tracking and monitoring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23.   - Doctor-patient messaging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822960"/>
            <a:ext cx="5486400" cy="32004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TC1: Test doctor BAMS/MD verification workflow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TC2: Verify profile completeness validation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TC3: Test specialty search and filters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TC4: Verify HD video consultation quality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TC5: Test Ayurvedic prescription format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TC6: Verify pharmacy network integration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TC7: Test international user registration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TC8: Verify multi-currency payments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TC9: Test timezone scheduling accuracy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TC10: Verify doctor rating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Feature: Offline Mode Operations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5486400" cy="32004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1. App detects loss of internet connectivity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2. Switches to offline mode automatically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3. All patient data available locally (encrypted)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4. New registrations queued for sync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5. Consultations can be recorded offline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6. Prescriptions generated with offline signature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7. Vitals continue to be collected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8. Sync indicator shows pending items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9. On reconnection, background sync starts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10. Conflict resolution for simultaneous edits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822960"/>
            <a:ext cx="5486400" cy="32004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TC1: Test auto-detection of connectivity loss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TC2: Verify local database encryption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TC3: Test queue management (1000+ items)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TC4: Verify offline consultation recording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TC5: Test sync priority ordering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TC6: Verify conflict resolution logic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TC7: Test partial sync recovery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TC8: Verify data integrity post-sync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TC9: Test offline mode duration (72+ hours)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TC10: Verify battery usage in offline mode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2937"/>
                </a:solidFill>
              </a:defRPr>
            </a:pPr>
            <a:r>
              <a:t>Feature: Multi-Language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822960"/>
            <a:ext cx="5486400" cy="32004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Workflow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1. User selects preferred language at login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2. Entire UI renders in selected language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3. Voice commands accepted in local language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4. AI responses generated in user language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5. Prescriptions can be printed in patient's language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6. SMS/WhatsApp notifications in preferred language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7. Help documentation available in all languages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8. Language can be changed mid-session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9. Medical terms have local equivalents</a:t>
            </a:r>
          </a:p>
          <a:p>
            <a:pPr>
              <a:spcAft>
                <a:spcPts val="600"/>
              </a:spcAft>
              <a:defRPr sz="1100">
                <a:solidFill>
                  <a:srgbClr val="1F2937"/>
                </a:solidFill>
              </a:defRPr>
            </a:pPr>
            <a:r>
              <a:t>10. Right-to-left support for Urdu/Arabic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822960"/>
            <a:ext cx="5486400" cy="32004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82296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23444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TC1: Test all 8 supported languages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TC2: Verify font rendering quality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TC3: Test voice recognition accuracy per language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TC4: Verify translation accuracy (medical terms)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TC5: Test language switching performance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TC6: Verify RTL layout for Urdu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TC7: Test SMS character encoding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TC8: Verify PDF generation in all languages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TC9: Test accessibility with local screen readers</a:t>
            </a:r>
          </a:p>
          <a:p>
            <a:pPr>
              <a:spcAft>
                <a:spcPts val="500"/>
              </a:spcAft>
              <a:defRPr sz="1000">
                <a:solidFill>
                  <a:srgbClr val="1F2937"/>
                </a:solidFill>
              </a:defRPr>
            </a:pPr>
            <a:r>
              <a:t>TC10: Verify date/number formatting per locale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DA7B"/>
                </a:solidFill>
              </a:defRPr>
            </a:pPr>
            <a:r>
              <a:t>HealthTrack Pro - 3 Year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14400"/>
            <a:ext cx="3657600" cy="457200"/>
          </a:xfrm>
          <a:prstGeom prst="roundRect">
            <a:avLst/>
          </a:prstGeom>
          <a:solidFill>
            <a:srgbClr val="FFD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F2937"/>
                </a:solidFill>
              </a:defRPr>
            </a:pPr>
            <a:r>
              <a:t>YEAR 1 (2025)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Launch lab integration (10+ lab networks)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Apple Health &amp; Samsung Health integration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Prakriti assessment &amp; basic recommendations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Yoga, Diet &amp; Daily Routine suggestions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Onboard 100+ verified Ayurvedic doctors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8 Indian languages supported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1 million user registrations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Mobile apps (iOS + Android)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Clear disclaimer framework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₹15 Cr ARR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914400"/>
            <a:ext cx="3657600" cy="45720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914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YEAR 2 (2026)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4630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Pan-India lab network coverage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Google Fit &amp; Fitbit integration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Advanced AI correlation engine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500+ Ayurvedic doctors on platform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International expansion (US, UK, UAE)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Multi-currency payment gateway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15 languages (Hindi, English, Intl)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5 million users globally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Ayurvedic pharmacy network integration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₹50 Cr ARR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914400"/>
            <a:ext cx="3657600" cy="45720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9144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YEAR 3 (2027)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46304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Global lab network partnerships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All major wearable platforms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Predictive wellness AI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2000+ Ayurvedic doctors worldwide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20+ countries active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Ayurveda certification courses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Research partnerships (Ayurveda validation)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10 million users globally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Enterprise wellness programs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₹100 Cr ARR - Taking Ayurveda Global!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Complete Feature List - Core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LAB REPORT ANALYSIS: Auto-pull from labs, OCR extraction, AI analysis, parameter tracking, trend visualization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WEARABLE INTEGRATION: Apple Health, Samsung Health, Google Fit - sleep stages, HRV, SpO2, steps, stress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AYURVEDIC WELLNESS: Prakriti assessment, personalized yoga, diet plans, daily routine (Dinacharya), herbal suggestions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DOCTOR PLATFORM: Verified Ayurvedic practitioners (BAMS/MD), video consultations, treatment plans, follow-ups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GLOBAL ACCESS: Multi-language (8+ languages), multi-currency payments, timezone scheduling, taking Ayurveda worldwide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AI INSIGHTS: Correlation analysis (lab + wearable data), health scoring, personalized recommendations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HEALTH TRACKING: Parameter trends over time, comparative analysis, benchmark scoring, progress reports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DISCLAIMER COMPLIANCE: All suggestions clearly marked as lifestyle advice, not medical recommendations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DATA PRIVACY: End-to-end encryption, user data ownership, GDPR/data protection compliant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OFFLINE MODE: Full functionality without internet, auto-sync on reconnection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Why HealthTrack Pro is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NOT A TEST BOOKING PLATFORM: We don't book tests - we pull and analyze existing reports from any lab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WEARABLE-FIRST APPROACH: Deep integration with Apple Health, Samsung Health - analyzing ALL available data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AYURVEDA + AI FUSION: Ancient wisdom validated by modern data - personalized lifestyle recommendations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CLEAR BOUNDARIES: Lifestyle suggestions only - we always recommend consulting qualified medical professionals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DOCTOR NETWORK: Verified Ayurvedic practitioners for those wanting personalized guidance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GLOBAL MISSION: Taking authentic Ayurveda to the world - not just India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HOLISTIC ANALYSIS: Correlating lab parameters with wearable data for complete health picture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ACTIONABLE INSIGHTS: Not just numbers - specific yoga, diet, and routine suggestions you can follow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TREND TRACKING: See how your health parameters change over time with lifestyle modifications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PRIVACY-FIRST: Your health data belongs to you - full encryption and data ownership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2937"/>
                </a:solidFill>
              </a:defRPr>
            </a:pPr>
            <a:r>
              <a:t>Key API Endpoints for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POST /api/auth/login - User authentication with JWT tokens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POST /api/labs/connect - Connect to lab network for report pulling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GET /api/labs/reports/{user_id} - Fetch pulled lab reports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POST /api/labs/analyze - AI analysis of lab parameters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POST /api/wearables/connect - Connect Apple/Samsung/Google Health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GET /api/wearables/data/{user_id} - Fetch all wearable health data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POST /api/health/correlate - Correlate lab + wearable data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GET /api/health/score/{user_id} - Get comprehensive health score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POST /api/ayurveda/prakriti - Assess user's Ayurvedic constitution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GET /api/ayurveda/recommendations/{user_id} - Get lifestyle suggestions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GET /api/doctors/ayurvedic - List verified Ayurvedic doctors</a:t>
            </a:r>
          </a:p>
          <a:p>
            <a:pPr>
              <a:spcAft>
                <a:spcPts val="1000"/>
              </a:spcAft>
              <a:defRPr sz="1600">
                <a:solidFill>
                  <a:srgbClr val="1F2937"/>
                </a:solidFill>
              </a:defRPr>
            </a:pPr>
            <a:r>
              <a:t>• POST /api/consultations/book - Book doctor consultation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DA7B"/>
                </a:solidFill>
              </a:defRPr>
            </a:pPr>
            <a:r>
              <a:t>Leadership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74720" cy="457200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54480" y="1554480"/>
            <a:ext cx="1828800" cy="365760"/>
          </a:xfrm>
          <a:prstGeom prst="roundRect">
            <a:avLst/>
          </a:prstGeom>
          <a:solidFill>
            <a:srgbClr val="FFD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937"/>
                </a:solidFill>
              </a:defRPr>
            </a:pPr>
            <a:r>
              <a:t>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Rohini Koul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20 years in Academia</a:t>
            </a:r>
            <a:br/>
            <a:r>
              <a:t>MSc Chemistry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71600"/>
            <a:ext cx="3474720" cy="457200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4960" y="1554480"/>
            <a:ext cx="1828800" cy="365760"/>
          </a:xfrm>
          <a:prstGeom prst="round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Founder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03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Chief Growth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651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30 years in Technology</a:t>
            </a:r>
            <a:br/>
            <a:r>
              <a:t>MBA, University of Arizona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371600"/>
            <a:ext cx="3474720" cy="4572000"/>
          </a:xfrm>
          <a:prstGeom prst="roundRect">
            <a:avLst/>
          </a:prstGeom>
          <a:solidFill>
            <a:srgbClr val="2D3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0" y="1554480"/>
            <a:ext cx="1828800" cy="365760"/>
          </a:xfrm>
          <a:prstGeom prst="roundRect">
            <a:avLst/>
          </a:prstGeom>
          <a:solidFill>
            <a:srgbClr val="E5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554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0312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Chief Technology Officer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65176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B7280"/>
                </a:solidFill>
              </a:defRPr>
            </a:pPr>
            <a:r>
              <a:t>24 years in SaaS/PaaS</a:t>
            </a:r>
            <a:br/>
            <a:r>
              <a:t>MBA, University of Pennsylvania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nfuse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137160"/>
            <a:ext cx="548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926080"/>
            <a:ext cx="12188952" cy="109728"/>
          </a:xfrm>
          <a:prstGeom prst="rect">
            <a:avLst/>
          </a:prstGeom>
          <a:solidFill>
            <a:srgbClr val="FF9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Let's Transform Healthcare Together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DA7B"/>
                </a:solidFill>
              </a:defRPr>
            </a:pPr>
            <a:r>
              <a:t>info@infuse.net.in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+91-9599960663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www.infuse.net.in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
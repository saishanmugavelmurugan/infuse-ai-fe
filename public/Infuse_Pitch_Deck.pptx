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A7B"/>
                </a:solidFill>
              </a:defRPr>
            </a:pPr>
            <a:r>
              <a:t>Enterprise Healthcare &amp; IoT Security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A7B"/>
                </a:solidFill>
              </a:defRPr>
            </a:pPr>
            <a: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Infuse is building enterprise-grade platforms that make healthcare accessible to every citizen and IoT ecosystems secure by default.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2286000" cy="164592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Devices Secured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657600"/>
            <a:ext cx="2286000" cy="164592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8404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572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Enterprise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2286000" cy="164592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99.9%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572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Platform Uptime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657600"/>
            <a:ext cx="2286000" cy="164592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84048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572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Countries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Healthcare systems are fragmented - patient data scattered across multiple providers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Rural and underserved communities lack access to quality healthcare services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IoT devices are multiplying exponentially but security lags far behind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Telecom operators struggle to secure 5G networks and connected ecosystems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Enterprise IoT deployments lack unified security visibility and threat response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Existing solutions are either too expensive or too complex for mass adoption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Data sovereignty regulations make global healthcare and IoT solutions challenging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716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Two Platforms. Infinite Possibilities.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548640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HealthTrack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AI-powered healthcare management platform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Unified patient records across providers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Real-time vitals monitoring &amp; alerts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Telemedicine with HD video consultations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AI-assisted diagnosis suggestions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ABDM/ABHA compliant (India)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Multi-language support (8+ languages)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Works offline in low-connectivity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486400" cy="45720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SecureSphere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Enterprise IoT &amp; cybersecurity platform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Real-time threat intelligence &amp; detection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Telecom-grade network security (5G/LTE)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Automotive IoT security suite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Smart city infrastructure protection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CSP white-label &amp; multi-tenant support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Auto-discovery of network devices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Compliance (SOC 2, HIPAA, ISO 27001)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HealthTrack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A7B"/>
                </a:solidFill>
              </a:defRPr>
            </a:pPr>
            <a:r>
              <a:t>Transforming Healthcare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HealthTrack Pro - Unique Selling Propositions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LAST-MILE HEALTHCARE: Designed to work in rural areas with low connectivity, offline-first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AI DIAGNOSTICS: ML-powered symptom analysis and diagnosis suggestions, reducing misdiagnosis by 40%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UNIFIED PATIENT RECORDS: Single view of patient history across all healthcare providers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ABHA/ABDM INTEGRATION: Fully compliant with India's Ayushman Bharat Digital Mission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MULTI-LANGUAGE: Native support for Hindi, Tamil, Telugu, Bengali, and 8+ regional languages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AFFORDABLE: 90% lower cost than competing enterprise healthcare solutions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TELEMEDICINE BUILT-IN: HD video consultations with integrated prescription &amp; follow-up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WEARABLE INTEGRATION: Real-time sync with smartwatches, BP monitors, glucose meters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D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HealthTrack Pro -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AI RADIOLOGY: Automated X-ray and CT scan analysis with 95%+ accuracy (Q2 2025)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PREDICTIVE HEALTH: ML models predicting health risks 6-12 months in advance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MENTAL HEALTH MODULE: AI-powered mental health screening and therapy tracking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GENOMICS INTEGRATION: Personalized medicine based on genetic profiles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PHARMACY NETWORK: Direct integration with pharmacy chains for medicine delivery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INSURANCE AUTO-CLAIMS: Automated insurance claim processing and approval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COMMUNITY HEALTH: Population health analytics for government health programs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GLOBAL EXPANSION: FDA compliance for US market, EU MDR for European expansion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HealthTrack Pro vs Competition - Healthcare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Infuse HealthTrack</a:t>
                      </a:r>
                    </a:p>
                  </a:txBody>
                  <a:tcPr>
                    <a:solidFill>
                      <a:srgbClr val="FF9A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Practo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1mg/Tata Health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Apollo 24/7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AI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Advanced ML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Offline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Full Support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Rural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Optimized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Urban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Urban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Urban Only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ABDM/ABHA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Full Compliance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Multi-Language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8+ Languages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 Languages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Wearable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All Major Brands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White-Label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Enterprise Ready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90% Lower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9144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SecureSphere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A7B"/>
                </a:solidFill>
              </a:defRPr>
            </a:pPr>
            <a:r>
              <a:t>Securing the Connected 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SecureSphere - Unique Selling Propositions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TELECOM-NATIVE: Purpose-built for CSPs with RAN sync, eSIM provisioning, and 5G security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AI THREAT DETECTION: Real-time anomaly detection across millions of IoT endpoints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CSP WHITE-LABEL: Full multi-tenant platform for telecom operators to resell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AUTO-DISCOVERY: Automatic detection and profiling of all network devices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NETFLOW ANALYTICS: Deep packet inspection and traffic analysis at scale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AUTOMOTIVE SECURITY: Specialized modules for connected car ecosystems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SMART CITY READY: Traffic cameras, smart meters, infrastructure protection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UNIFIED DASHBOARD: Single pane of glass for all security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64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SecureSphere -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QUANTUM-SAFE ENCRYPTION: Post-quantum cryptography for future-proof security (Q3 2025)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AI SOC AUTOMATION: Fully automated Security Operations Center with AI agents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SATELLITE IoT: Security for satellite-connected IoT devices (LEO networks)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DIGITAL TWIN SECURITY: Virtual replica security testing before production deployment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ZERO-DAY PREDICTION: ML models predicting vulnerabilities before they're exploited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BLOCKCHAIN AUDIT: Immutable audit trails for compliance and forensics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EDGE AI: On-device threat detection for ultra-low latency response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GLOBAL THREAT NETWORK: Shared threat intelligence across customer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SecureSphere vs Competition - IoT Security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18872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Infuse SecureSphere</a:t>
                      </a:r>
                    </a:p>
                  </a:txBody>
                  <a:tcPr>
                    <a:solidFill>
                      <a:srgbClr val="FF9A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Palo Alto IoT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Cisco IoT Threat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Fortinet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CSP White-Label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Full Multi-Tenant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RAN/5G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Native Support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Add-on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eSIM Provisioning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Built-in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Auto-Discovery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AI-Powered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Automotive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Specialized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Generic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Smart City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✓ Comprehensive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Cloud/On-Prem/Hybrid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Cloud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On-Prem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Appliance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Usage-Based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Per-Device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Enterprise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Per-Device 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Real-World Problems We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HEALTHCARE ACCESS: 600M+ Indians lack access to quality healthcare - we bring it to their phones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PATIENT DATA SILOS: Average patient visits 5+ providers - we unify their complete health history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DELAYED DIAGNOSIS: Rural areas wait weeks for specialist opinions - we provide AI-assisted instant analysis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IoT BLIND SPOTS: Enterprises have 30% unmanaged IoT devices - we discover and secure them all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5G SECURITY GAP: Telecom operators lack native 5G security tools - we provide purpose-built solutions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COMPLIANCE BURDEN: Healthcare &amp; IoT face complex regulations - we automate compliance reporting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LANGUAGE BARRIERS: Healthcare apps ignore regional languages - we support 8+ Indian languages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COST PROHIBITIVE: Enterprise solutions price out SMBs - we offer 90% lower pricing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716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6" y="0"/>
            <a:ext cx="6094476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What Competitors Are Missing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097280"/>
            <a:ext cx="548640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Healthcare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offline-first architecture for rural areas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Limited regional language support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AI-powered diagnosis assistance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Fragmented patient records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wearable device integration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Urban-centric design philosophy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Expensive enterprise pricing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government health program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486400" cy="45720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IoT Security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native telecom/CSP support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Can't white-label for resale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Manual device discovery only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automotive-specific security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Limited smart city coverage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No eSIM provisioning capability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Rigid deployment options</a:t>
            </a:r>
          </a:p>
          <a:p>
            <a:pPr>
              <a:spcAft>
                <a:spcPts val="800"/>
              </a:spcAft>
              <a:defRPr sz="1400">
                <a:solidFill>
                  <a:srgbClr val="1F2937"/>
                </a:solidFill>
              </a:defRPr>
            </a:pPr>
            <a:r>
              <a:t>✓ Per-device pricing kills scale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HEALTHTRACK PRO - SaaS subscription per healthcare provider + per patient premium features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SECURESPHERE - Usage-based pricing (devices monitored, data processed, API calls)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CSP WHITE-LABEL - Revenue share model with telecom operators (typically 70-30 split)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ENTERPRISE LICENSES - Annual contracts for large hospital chains and corporations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GOVERNMENT CONTRACTS - Per-citizen pricing for national health programs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PROFESSIONAL SERVICES - Implementation, customization, and training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• DATA INSIGHTS - Anonymized, aggregated health and security analytics (opt-in)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A7B"/>
                </a:solidFill>
              </a:defRPr>
            </a:pPr>
            <a:r>
              <a:t>Traction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Company Founded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HealthTrack MVP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175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First 100 Healthcare Partners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7033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703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SecureSphere Platform Launch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500+ Enterprise Clients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749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74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CSP White-Label Program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760720"/>
            <a:ext cx="109728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Global Expansion Phase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A7B"/>
                </a:solidFill>
              </a:defRPr>
            </a:pPr>
            <a:r>
              <a:t>Leadership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74+ Years of Combined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5760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182880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Rohini Koul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DA7B"/>
                </a:solidFill>
              </a:defRPr>
            </a:pPr>
            <a:r>
              <a:t>20 years in Academia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MSc Chemistry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65760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1828800"/>
            <a:ext cx="182880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77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Chief Growth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DA7B"/>
                </a:solidFill>
              </a:defRPr>
            </a:pPr>
            <a:r>
              <a:t>30 years in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BE, BIT | MBA, Arizona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45920"/>
            <a:ext cx="365760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182880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828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377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Chief Technology Officer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DA7B"/>
                </a:solidFill>
              </a:defRPr>
            </a:pPr>
            <a:r>
              <a:t>24 years in SaaS/PaaS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6576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BE, BIT | MBA, UPenn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91440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Let's Transform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DA7B"/>
                </a:solidFill>
              </a:defRPr>
            </a:pPr>
            <a:r>
              <a:t>info@infuse.net.in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+91-9599960663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www.infuse.net.in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